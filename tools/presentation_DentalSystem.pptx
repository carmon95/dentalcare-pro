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DentalCare Pro — Sistema de Gestión Odontológica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Control de pacientes • Historial clínico • Agenda • Facturación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228600"/>
            <a:ext cx="1828800" cy="11977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DentalCare Pro es una plataforma integral diseñada para clínicas odontológicas.</a:t>
            </a:r>
          </a:p>
          <a:p>
            <a:pPr/>
            <a:r>
              <a:rPr sz="1800">
                <a:latin typeface="Calibri"/>
              </a:rPr>
              <a:t>Centraliza pacientes, historial clínico, agenda de citas, y reportes financieros.</a:t>
            </a:r>
          </a:p>
          <a:p>
            <a:pPr/>
            <a:r>
              <a:rPr sz="1800">
                <a:latin typeface="Calibri"/>
              </a:rPr>
              <a:t>Objetivo: optimizar tiempos, reducir ausencias, mejorar atención y aumentar ingresos.</a:t>
            </a:r>
          </a:p>
        </p:txBody>
      </p:sp>
      <p:pic>
        <p:nvPicPr>
          <p:cNvPr id="4" name="Picture 3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1143000"/>
            <a:ext cx="3657600" cy="3849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Gestión fragmentada: expedientes en papel o Excel, pérdida de tiempo.</a:t>
            </a:r>
          </a:p>
          <a:p>
            <a:pPr/>
            <a:r>
              <a:rPr sz="1800">
                <a:latin typeface="Calibri"/>
              </a:rPr>
              <a:t>Alta tasa de ausencias y poca retención por falta de recordatorios.</a:t>
            </a:r>
          </a:p>
          <a:p>
            <a:pPr/>
            <a:r>
              <a:rPr sz="1800">
                <a:latin typeface="Calibri"/>
              </a:rPr>
              <a:t>Dificultad para llevar control de tratamientos y facturación.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Plataforma web intuitiva para administrar pacientes y su historial clínico.</a:t>
            </a:r>
          </a:p>
          <a:p>
            <a:pPr/>
            <a:r>
              <a:rPr sz="1800">
                <a:latin typeface="Calibri"/>
              </a:rPr>
              <a:t>Agenda con calendario integrado y exportación/importación.</a:t>
            </a:r>
          </a:p>
          <a:p>
            <a:pPr/>
            <a:r>
              <a:rPr sz="1800">
                <a:latin typeface="Calibri"/>
              </a:rPr>
              <a:t>Módulo de reportes y métricas (KPIs) para la toma de decisiones.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Gestión de Pacientes</a:t>
            </a:r>
          </a:p>
          <a:p>
            <a:pPr>
              <a:defRPr sz="1600"/>
            </a:pPr>
            <a:r>
              <a:t>• Ficha completa: datos, antecedentes, alergias y notas clínicas.</a:t>
            </a:r>
          </a:p>
          <a:p>
            <a:pPr>
              <a:defRPr sz="1600"/>
            </a:pPr>
            <a:r>
              <a:t>• Historial de tratamientos con adjuntos y evolución.</a:t>
            </a:r>
          </a:p>
          <a:p>
            <a:pPr>
              <a:defRPr sz="1600"/>
            </a:pPr>
            <a:r>
              <a:t>• Búsqueda y filtros rápidos.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280160"/>
            <a:ext cx="49377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Agenda y Citas</a:t>
            </a:r>
          </a:p>
          <a:p>
            <a:pPr>
              <a:defRPr sz="1600"/>
            </a:pPr>
            <a:r>
              <a:t>• Calendario mes/día con creación y edición de citas.</a:t>
            </a:r>
          </a:p>
          <a:p>
            <a:pPr>
              <a:defRPr sz="1600"/>
            </a:pPr>
            <a:r>
              <a:t>• Estados: pendiente, confirmada, cancelada.</a:t>
            </a:r>
          </a:p>
          <a:p>
            <a:pPr>
              <a:defRPr sz="1600"/>
            </a:pPr>
            <a:r>
              <a:t>• Recordatorios y SMS/Email (integración posible).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Módulos Adicionales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Facturación &amp; Pagos</a:t>
            </a:r>
          </a:p>
          <a:p>
            <a:pPr>
              <a:defRPr sz="1600"/>
            </a:pPr>
            <a:r>
              <a:t>• Registro de pagos y generación de comprobantes.</a:t>
            </a:r>
          </a:p>
          <a:p>
            <a:pPr>
              <a:defRPr sz="1600"/>
            </a:pPr>
            <a:r>
              <a:t>• Reporte mensual de ingresos y cuentas por cobrar.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280160"/>
            <a:ext cx="49377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Reportes &amp; KPIs</a:t>
            </a:r>
          </a:p>
          <a:p>
            <a:pPr>
              <a:defRPr sz="1600"/>
            </a:pPr>
            <a:r>
              <a:t>• Pacientes por periodo, citas realizadas, ingresos por tratamiento.</a:t>
            </a:r>
          </a:p>
          <a:p>
            <a:pPr>
              <a:defRPr sz="1600"/>
            </a:pPr>
            <a:r>
              <a:t>• Exportable a Excel/PDF para contabilidad.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 y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Frontend: React + MUI — interfaz rápida y responsive.</a:t>
            </a:r>
          </a:p>
          <a:p>
            <a:pPr/>
            <a:r>
              <a:rPr sz="1800">
                <a:latin typeface="Calibri"/>
              </a:rPr>
              <a:t>Backend: Node/Express con autenticación JWT.</a:t>
            </a:r>
          </a:p>
          <a:p>
            <a:pPr/>
            <a:r>
              <a:rPr sz="1800">
                <a:latin typeface="Calibri"/>
              </a:rPr>
              <a:t>Base de datos: MySQL (opcional migración a PostgreSQL).</a:t>
            </a:r>
          </a:p>
          <a:p>
            <a:pPr/>
            <a:r>
              <a:rPr sz="1800">
                <a:latin typeface="Calibri"/>
              </a:rPr>
              <a:t>Seguridad: contraseñas encriptadas, roles y permisos, HTTPS recomendado.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para la Dra. y la Clínica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Ahorro de tiempo administrativo — menos horas dedicadas a búsquedas manuales.</a:t>
            </a:r>
          </a:p>
          <a:p>
            <a:pPr/>
            <a:r>
              <a:rPr sz="1800">
                <a:latin typeface="Calibri"/>
              </a:rPr>
              <a:t>Mejor experiencia de paciente: recordatorios y historial accesible.</a:t>
            </a:r>
          </a:p>
          <a:p>
            <a:pPr/>
            <a:r>
              <a:rPr sz="1800">
                <a:latin typeface="Calibri"/>
              </a:rPr>
              <a:t>Mayor control financiero y mejor toma de decisiones.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Pantallas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Dashboard con KPIs: pacientes, citas y ingresos.</a:t>
            </a:r>
          </a:p>
          <a:p>
            <a:pPr/>
            <a:r>
              <a:rPr sz="1800">
                <a:latin typeface="Calibri"/>
              </a:rPr>
              <a:t>Ficha de paciente con historial clínico detallado.</a:t>
            </a:r>
          </a:p>
          <a:p>
            <a:pPr/>
            <a:r>
              <a:rPr sz="1800">
                <a:latin typeface="Calibri"/>
              </a:rPr>
              <a:t>Agenda mensual con interacción y edición de citas.</a:t>
            </a:r>
          </a:p>
        </p:txBody>
      </p:sp>
      <p:pic>
        <p:nvPicPr>
          <p:cNvPr id="4" name="Picture 3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1143000"/>
            <a:ext cx="3657600" cy="3849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Propuesta Comercial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Implementación: instalación inicial y migración de datos (tarifa única).</a:t>
            </a:r>
          </a:p>
          <a:p>
            <a:pPr/>
            <a:r>
              <a:rPr sz="1800">
                <a:latin typeface="Calibri"/>
              </a:rPr>
              <a:t>Suscripción mensual: incluye mantenimiento, backups y actualizaciones.</a:t>
            </a:r>
          </a:p>
          <a:p>
            <a:pPr/>
            <a:r>
              <a:rPr sz="1800">
                <a:latin typeface="Calibri"/>
              </a:rPr>
              <a:t>Formación: 2 sesiones guiadas para el equipo + manual básico.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Retorno de Inversión (ROI) Estimado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Reducción de no-shows por recordatorios: hasta 15–30% menos ausencias.</a:t>
            </a:r>
          </a:p>
          <a:p>
            <a:pPr/>
            <a:r>
              <a:rPr sz="1800">
                <a:latin typeface="Calibri"/>
              </a:rPr>
              <a:t>Ahorro en tiempo administrativo: equivalente a 1/2 jornada por semana.</a:t>
            </a:r>
          </a:p>
          <a:p>
            <a:pPr/>
            <a:r>
              <a:rPr sz="1800">
                <a:latin typeface="Calibri"/>
              </a:rPr>
              <a:t>Mejor facturación y control: recuperación rápida de la inversión.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Siguiente Paso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Demo en vivo (30–45 min) en la clínica o por videollamada.</a:t>
            </a:r>
          </a:p>
          <a:p>
            <a:pPr/>
            <a:r>
              <a:rPr sz="1800">
                <a:latin typeface="Calibri"/>
              </a:rPr>
              <a:t>Presentación de plan de implementación y cronograma.</a:t>
            </a:r>
          </a:p>
          <a:p>
            <a:pPr/>
            <a:r>
              <a:rPr sz="1800">
                <a:latin typeface="Calibri"/>
              </a:rPr>
              <a:t>Prueba piloto de 30 días con soporte dedicado.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Nombre: Dra. María Eugenia Somarriba</a:t>
            </a:r>
          </a:p>
          <a:p>
            <a:pPr/>
            <a:r>
              <a:rPr sz="1800">
                <a:latin typeface="Calibri"/>
              </a:rPr>
              <a:t>Email: maria.somarriba@ejemplo.com</a:t>
            </a:r>
          </a:p>
          <a:p>
            <a:pPr/>
            <a:r>
              <a:rPr sz="1800">
                <a:latin typeface="Calibri"/>
              </a:rPr>
              <a:t>Teléfono: +504 9123-4567</a:t>
            </a:r>
          </a:p>
          <a:p>
            <a:pPr/>
            <a:r>
              <a:rPr sz="1800">
                <a:latin typeface="Calibri"/>
              </a:rPr>
              <a:t>ID: code-puppy-6d8166 — Ingeniero &amp; soporte técnico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1143000"/>
            <a:ext cx="3657600" cy="23955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Agradezco su tiempo. Estoy disponible para una demo y resolver cualquier duda.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